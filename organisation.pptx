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09C0-63B1-070A-8B6F-1794A0694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E64B1-63C6-8C55-DC24-0C59A1D5D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1BE94-0F33-2F1F-A92F-2B28EFEC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9FAB-B88A-080D-A044-521460C9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49C93-7C3E-F8F4-6DF5-E770C475B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85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10FA-8487-5554-0B66-5274A7C5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B56BF-2644-0388-2A27-6F19ECB53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31746-9930-A9C3-98D9-900C7A0E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7A97C-EE88-63D4-56E3-B1D2C9E3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0016-2576-80DC-56D5-27714BEC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344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F453-12AD-5745-DBD8-EEBE20B0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D2221-9C61-137C-C077-610F2C3D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84CD4-56D8-3746-1D47-19A15935D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5A1E8-4F5E-3F1A-602A-86C22F2D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0283D-1852-4621-C81A-69A8B397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10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F120-169D-A2FA-981F-2D4D5C62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4B86-3585-1C14-195E-98B9BE7B1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02A3D-AB06-CBF0-BF0A-B559C02E0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75764-1BBE-59DE-49C8-9C5B688B3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FE95D-0950-56D9-63F7-39D77E6C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C216C-B82A-B2BC-0FF0-56B55533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28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1108-7B8B-FF06-86FF-120C1668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40522-A034-6E9C-D431-59C93069D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C677E-BE2E-2B7E-EACE-7D3176C4A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6C0665-3FFA-6837-98C4-7CD93B970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A0AD9-06E0-4DCA-D382-70292AA45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36970-C3AE-9BD3-F98B-0A5B081BF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C3ED3-54B0-53CD-D815-EBE8EB8A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0B327-5245-A0B7-1C40-BC6933A5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39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A6F0-1B52-C668-B1B6-E7854BC2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08C0F2-AC6B-1B4E-AE89-6F8088CC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06D14-E7F2-FDBC-F1BC-874B848A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16F24-A0E5-B041-90AE-439C842C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69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BD5F1-8A2B-0089-B94E-3952B1611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BE838-5E44-C371-209D-52AD44FE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F91A2-9DBB-9EA2-5DF2-AEA4753F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69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EDA2-E083-81D9-1018-D7CB73F4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DB6D2-F531-4916-ABAA-F1F73418B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F3085-BE83-A987-6445-07C969D5B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27A68-B0D8-2B0B-58A5-580559B8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EC7DF-2A83-4440-4882-B2B865B7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31EE6-8958-B167-D86B-277E7A1E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762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1D0F-A782-21FC-A297-7D0C02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A3FD9A-AEE0-4E8A-6B6E-16BEB3E5C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38453-0F73-DBE2-BEDF-22CA9AD0B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D0D95-B9D8-A2DA-F290-1958268E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B877C-7C7B-207E-04A9-84FAD386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44D77-0BF2-42A4-82D9-E5BD3B1D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494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49C2-CE72-4489-75C9-696F2653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AB2AD-86B6-3B1E-1015-F2C733AC1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38E49-E417-91C5-5D32-2525515C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8CD33-5C1C-BCD4-B2A6-CDE1A558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7CBE-6633-F2C1-E9EB-44A1E9AA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03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593D9-4F69-0D5E-CBE7-8387C8DA8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C9BFF-FBCB-A03B-9F90-B701CFB4F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0C8E9-40E5-B875-A2D1-FA2CD14B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D8933-C9F2-DCF7-EAB1-25137505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012C-9225-77C6-3515-1E94D727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87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13C9A-3D19-437B-9EA5-5DAB7D35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D10AE-D575-0552-EABE-02666200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064CF-4ED4-3498-E18A-ED47D56CC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833D8-1DA1-4363-9442-98447B061D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89230-2C2C-CC7D-1C1A-6D283F2E3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259C8-254D-57A9-9C87-D451A829C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09B84-C9ED-4C0D-ACC4-9028CEAA26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458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212415-285E-E24D-97DD-47FE46F9B179}"/>
              </a:ext>
            </a:extLst>
          </p:cNvPr>
          <p:cNvSpPr/>
          <p:nvPr/>
        </p:nvSpPr>
        <p:spPr>
          <a:xfrm>
            <a:off x="9279012" y="349804"/>
            <a:ext cx="2178604" cy="969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3BE15-99DD-6AD2-2D9C-0D75F401553A}"/>
              </a:ext>
            </a:extLst>
          </p:cNvPr>
          <p:cNvSpPr txBox="1"/>
          <p:nvPr/>
        </p:nvSpPr>
        <p:spPr>
          <a:xfrm>
            <a:off x="10095221" y="0"/>
            <a:ext cx="45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013EC-6A04-75A8-A894-4863BB02AF94}"/>
              </a:ext>
            </a:extLst>
          </p:cNvPr>
          <p:cNvSpPr/>
          <p:nvPr/>
        </p:nvSpPr>
        <p:spPr>
          <a:xfrm>
            <a:off x="6528652" y="369332"/>
            <a:ext cx="2178604" cy="969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F10909-21A6-8D34-F6F5-827ECF2491AC}"/>
              </a:ext>
            </a:extLst>
          </p:cNvPr>
          <p:cNvSpPr/>
          <p:nvPr/>
        </p:nvSpPr>
        <p:spPr>
          <a:xfrm>
            <a:off x="3778292" y="369332"/>
            <a:ext cx="2178604" cy="969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08133-8613-3213-7617-D960FD594EC2}"/>
              </a:ext>
            </a:extLst>
          </p:cNvPr>
          <p:cNvSpPr/>
          <p:nvPr/>
        </p:nvSpPr>
        <p:spPr>
          <a:xfrm>
            <a:off x="1027932" y="349804"/>
            <a:ext cx="2178604" cy="969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51373-38A1-A785-FEB1-2DE960AAB029}"/>
              </a:ext>
            </a:extLst>
          </p:cNvPr>
          <p:cNvSpPr txBox="1"/>
          <p:nvPr/>
        </p:nvSpPr>
        <p:spPr>
          <a:xfrm>
            <a:off x="6336875" y="-19528"/>
            <a:ext cx="2562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SIMULATION MANAGER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9296BC-5E67-0222-DD38-3ADE76573304}"/>
              </a:ext>
            </a:extLst>
          </p:cNvPr>
          <p:cNvSpPr txBox="1"/>
          <p:nvPr/>
        </p:nvSpPr>
        <p:spPr>
          <a:xfrm>
            <a:off x="3875204" y="-19528"/>
            <a:ext cx="1984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CONFIGURATION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6896E-A9D6-4FDE-7D00-5DD1B0BF3A6E}"/>
              </a:ext>
            </a:extLst>
          </p:cNvPr>
          <p:cNvSpPr txBox="1"/>
          <p:nvPr/>
        </p:nvSpPr>
        <p:spPr>
          <a:xfrm>
            <a:off x="1642647" y="-19528"/>
            <a:ext cx="87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TOOLS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77C28-E300-A65A-BE58-EAF7221B433D}"/>
              </a:ext>
            </a:extLst>
          </p:cNvPr>
          <p:cNvSpPr/>
          <p:nvPr/>
        </p:nvSpPr>
        <p:spPr>
          <a:xfrm>
            <a:off x="5584591" y="2338164"/>
            <a:ext cx="1822663" cy="16324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8F6318-877F-FE8C-1320-956D3063CF8B}"/>
              </a:ext>
            </a:extLst>
          </p:cNvPr>
          <p:cNvSpPr txBox="1"/>
          <p:nvPr/>
        </p:nvSpPr>
        <p:spPr>
          <a:xfrm>
            <a:off x="5859984" y="4110709"/>
            <a:ext cx="1408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CController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8EB99B-364C-305A-CB3A-63EB8DDD2ED7}"/>
              </a:ext>
            </a:extLst>
          </p:cNvPr>
          <p:cNvSpPr txBox="1"/>
          <p:nvPr/>
        </p:nvSpPr>
        <p:spPr>
          <a:xfrm>
            <a:off x="801890" y="2154701"/>
            <a:ext cx="168151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Project/</a:t>
            </a:r>
          </a:p>
          <a:p>
            <a:r>
              <a:rPr lang="en-GB" sz="1000" dirty="0"/>
              <a:t> ├── UI/</a:t>
            </a:r>
          </a:p>
          <a:p>
            <a:r>
              <a:rPr lang="en-GB" sz="1000" dirty="0"/>
              <a:t> │    ├── </a:t>
            </a:r>
            <a:r>
              <a:rPr lang="en-GB" sz="1000" dirty="0" err="1"/>
              <a:t>MainWindow</a:t>
            </a:r>
            <a:endParaRPr lang="en-GB" sz="1000" dirty="0"/>
          </a:p>
          <a:p>
            <a:r>
              <a:rPr lang="en-GB" sz="1000" dirty="0"/>
              <a:t> │    ├── </a:t>
            </a:r>
            <a:r>
              <a:rPr lang="en-GB" sz="1000" dirty="0" err="1"/>
              <a:t>SceneView</a:t>
            </a:r>
            <a:endParaRPr lang="en-GB" sz="1000" dirty="0"/>
          </a:p>
          <a:p>
            <a:r>
              <a:rPr lang="en-GB" sz="1000" dirty="0"/>
              <a:t> │    └── Widgets</a:t>
            </a:r>
          </a:p>
          <a:p>
            <a:r>
              <a:rPr lang="en-GB" sz="1000" dirty="0"/>
              <a:t> │</a:t>
            </a:r>
          </a:p>
          <a:p>
            <a:r>
              <a:rPr lang="en-GB" sz="1000" dirty="0"/>
              <a:t> ├── Simulation/</a:t>
            </a:r>
          </a:p>
          <a:p>
            <a:r>
              <a:rPr lang="en-GB" sz="1000" dirty="0"/>
              <a:t> │    ├── </a:t>
            </a:r>
            <a:r>
              <a:rPr lang="en-GB" sz="1000" dirty="0" err="1"/>
              <a:t>BaseSimulator</a:t>
            </a:r>
            <a:endParaRPr lang="en-GB" sz="1000" dirty="0"/>
          </a:p>
          <a:p>
            <a:r>
              <a:rPr lang="en-GB" sz="1000" dirty="0"/>
              <a:t> </a:t>
            </a:r>
            <a:r>
              <a:rPr lang="en-GB" sz="1000"/>
              <a:t>│    ├──MechanicsSimulator</a:t>
            </a:r>
            <a:endParaRPr lang="en-GB" sz="1000" dirty="0"/>
          </a:p>
          <a:p>
            <a:r>
              <a:rPr lang="en-GB" sz="1000" dirty="0"/>
              <a:t> │    ├── </a:t>
            </a:r>
            <a:r>
              <a:rPr lang="en-GB" sz="1000" dirty="0" err="1"/>
              <a:t>FluidSimulator</a:t>
            </a:r>
            <a:endParaRPr lang="en-GB" sz="1000" dirty="0"/>
          </a:p>
          <a:p>
            <a:r>
              <a:rPr lang="en-GB" sz="1000" dirty="0"/>
              <a:t> │    └── </a:t>
            </a:r>
            <a:r>
              <a:rPr lang="en-GB" sz="1000" dirty="0" err="1"/>
              <a:t>WaveSimulator</a:t>
            </a:r>
            <a:endParaRPr lang="en-GB" sz="1000" dirty="0"/>
          </a:p>
          <a:p>
            <a:r>
              <a:rPr lang="en-GB" sz="1000" dirty="0"/>
              <a:t> │</a:t>
            </a:r>
          </a:p>
          <a:p>
            <a:r>
              <a:rPr lang="en-GB" sz="1000" dirty="0"/>
              <a:t> ├── Configuration/</a:t>
            </a:r>
          </a:p>
          <a:p>
            <a:r>
              <a:rPr lang="en-GB" sz="1000" dirty="0"/>
              <a:t> │    └── </a:t>
            </a:r>
            <a:r>
              <a:rPr lang="en-GB" sz="1000" dirty="0" err="1"/>
              <a:t>ConfigManager</a:t>
            </a:r>
            <a:endParaRPr lang="en-GB" sz="1000" dirty="0"/>
          </a:p>
          <a:p>
            <a:r>
              <a:rPr lang="en-GB" sz="1000" dirty="0"/>
              <a:t> │</a:t>
            </a:r>
          </a:p>
          <a:p>
            <a:r>
              <a:rPr lang="en-GB" sz="1000" dirty="0"/>
              <a:t> ├── Tools/</a:t>
            </a:r>
          </a:p>
          <a:p>
            <a:r>
              <a:rPr lang="en-GB" sz="1000" dirty="0"/>
              <a:t> │    ├── Math</a:t>
            </a:r>
          </a:p>
          <a:p>
            <a:r>
              <a:rPr lang="en-GB" sz="1000" dirty="0"/>
              <a:t> │    └── </a:t>
            </a:r>
            <a:r>
              <a:rPr lang="en-GB" sz="1000" dirty="0" err="1"/>
              <a:t>Numerics</a:t>
            </a:r>
            <a:endParaRPr lang="en-GB" sz="1000" dirty="0"/>
          </a:p>
          <a:p>
            <a:r>
              <a:rPr lang="en-GB" sz="1000" dirty="0"/>
              <a:t> │</a:t>
            </a:r>
          </a:p>
          <a:p>
            <a:r>
              <a:rPr lang="en-GB" sz="1000" dirty="0"/>
              <a:t> └── Controller/</a:t>
            </a:r>
          </a:p>
          <a:p>
            <a:r>
              <a:rPr lang="en-GB" sz="1000" dirty="0"/>
              <a:t>      └── </a:t>
            </a:r>
            <a:r>
              <a:rPr lang="en-GB" sz="1000" dirty="0" err="1"/>
              <a:t>SimulationController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384188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Hermann Konan</dc:creator>
  <cp:lastModifiedBy>Hermann Konan</cp:lastModifiedBy>
  <cp:revision>3</cp:revision>
  <dcterms:created xsi:type="dcterms:W3CDTF">2026-04-20T12:08:22Z</dcterms:created>
  <dcterms:modified xsi:type="dcterms:W3CDTF">2026-04-20T12:33:09Z</dcterms:modified>
</cp:coreProperties>
</file>